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7" Type="http://schemas.microsoft.com/office/2016/11/relationships/changesInfo" Target="changesInfos/changesInfo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shish Thakur" userId="abd84c4bb6c2a1d6" providerId="LiveId" clId="{FEC2F69A-46AA-9246-AF4D-929F84A57792}"/>
    <pc:docChg chg="custSel modSld">
      <pc:chgData name="Aashish Thakur" userId="abd84c4bb6c2a1d6" providerId="LiveId" clId="{FEC2F69A-46AA-9246-AF4D-929F84A57792}" dt="2022-05-07T07:21:52.010" v="25" actId="21"/>
      <pc:docMkLst>
        <pc:docMk/>
      </pc:docMkLst>
      <pc:sldChg chg="addSp delSp modSp">
        <pc:chgData name="Aashish Thakur" userId="abd84c4bb6c2a1d6" providerId="LiveId" clId="{FEC2F69A-46AA-9246-AF4D-929F84A57792}" dt="2022-05-07T07:21:52.010" v="25" actId="21"/>
        <pc:sldMkLst>
          <pc:docMk/>
          <pc:sldMk cId="1552508794" sldId="256"/>
        </pc:sldMkLst>
        <pc:spChg chg="mod">
          <ac:chgData name="Aashish Thakur" userId="abd84c4bb6c2a1d6" providerId="LiveId" clId="{FEC2F69A-46AA-9246-AF4D-929F84A57792}" dt="2022-05-07T07:20:50.647" v="1" actId="20577"/>
          <ac:spMkLst>
            <pc:docMk/>
            <pc:sldMk cId="1552508794" sldId="256"/>
            <ac:spMk id="2" creationId="{0BF69ED3-DDF3-55A6-1603-F27FB89D33F9}"/>
          </ac:spMkLst>
        </pc:spChg>
        <pc:spChg chg="del mod">
          <ac:chgData name="Aashish Thakur" userId="abd84c4bb6c2a1d6" providerId="LiveId" clId="{FEC2F69A-46AA-9246-AF4D-929F84A57792}" dt="2022-05-07T07:21:52.010" v="25" actId="21"/>
          <ac:spMkLst>
            <pc:docMk/>
            <pc:sldMk cId="1552508794" sldId="256"/>
            <ac:spMk id="3" creationId="{5393429D-CF0B-7B7F-AB71-147C7D378D1B}"/>
          </ac:spMkLst>
        </pc:spChg>
        <pc:spChg chg="add mod">
          <ac:chgData name="Aashish Thakur" userId="abd84c4bb6c2a1d6" providerId="LiveId" clId="{FEC2F69A-46AA-9246-AF4D-929F84A57792}" dt="2022-05-07T07:21:52.010" v="25" actId="21"/>
          <ac:spMkLst>
            <pc:docMk/>
            <pc:sldMk cId="1552508794" sldId="256"/>
            <ac:spMk id="5" creationId="{D5E75DD5-9AAE-E9A0-1B30-977A9336D3A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5/7/2022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5/7/2022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5/7/2022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5/7/2022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5/7/2022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5/7/2022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5/7/2022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5/7/2022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5/7/2022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5/7/2022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5/7/2022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2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image" Target="../media/image3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5/7/2022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69ED3-DDF3-55A6-1603-F27FB89D33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5E75DD5-9AAE-E9A0-1B30-977A9336D3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5087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Madison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Aashish Thakur</dc:creator>
  <cp:lastModifiedBy>Aashish Thakur</cp:lastModifiedBy>
  <cp:revision>1</cp:revision>
  <dcterms:created xsi:type="dcterms:W3CDTF">2022-05-07T07:20:36Z</dcterms:created>
  <dcterms:modified xsi:type="dcterms:W3CDTF">2022-05-07T07:21:53Z</dcterms:modified>
</cp:coreProperties>
</file>